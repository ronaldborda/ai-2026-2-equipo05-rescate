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1" r:id="rId5"/>
    <p:sldId id="256" r:id="rId6"/>
  </p:sldIdLst>
  <p:sldSz cx="12192000" cy="6858000"/>
  <p:notesSz cx="6858000" cy="9144000"/>
  <p:defaultTextStyle>
    <a:defPPr>
      <a:defRPr lang="it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06C"/>
    <a:srgbClr val="56CFD7"/>
    <a:srgbClr val="584BAB"/>
    <a:srgbClr val="FEB337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howGuides="1">
      <p:cViewPr varScale="1">
        <p:scale>
          <a:sx n="120" d="100"/>
          <a:sy n="120" d="100"/>
        </p:scale>
        <p:origin x="800" y="17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oria Nunura Roldan" userId="99f79f29-040a-4590-9665-9c14dbecb48e" providerId="ADAL" clId="{82F09FF8-9DC7-45F5-B233-2645FB8E275F}"/>
    <pc:docChg chg="undo redo custSel modSld delMainMaster">
      <pc:chgData name="Gloria Nunura Roldan" userId="99f79f29-040a-4590-9665-9c14dbecb48e" providerId="ADAL" clId="{82F09FF8-9DC7-45F5-B233-2645FB8E275F}" dt="2025-01-15T14:30:25.476" v="337" actId="700"/>
      <pc:docMkLst>
        <pc:docMk/>
      </pc:docMkLst>
      <pc:sldChg chg="modSp mod modClrScheme chgLayout">
        <pc:chgData name="Gloria Nunura Roldan" userId="99f79f29-040a-4590-9665-9c14dbecb48e" providerId="ADAL" clId="{82F09FF8-9DC7-45F5-B233-2645FB8E275F}" dt="2025-01-15T14:30:25.476" v="337" actId="700"/>
        <pc:sldMkLst>
          <pc:docMk/>
          <pc:sldMk cId="1016038713" sldId="256"/>
        </pc:sldMkLst>
        <pc:spChg chg="mod">
          <ac:chgData name="Gloria Nunura Roldan" userId="99f79f29-040a-4590-9665-9c14dbecb48e" providerId="ADAL" clId="{82F09FF8-9DC7-45F5-B233-2645FB8E275F}" dt="2025-01-14T14:44:32.973" v="147" actId="14100"/>
          <ac:spMkLst>
            <pc:docMk/>
            <pc:sldMk cId="1016038713" sldId="256"/>
            <ac:spMk id="4" creationId="{00000000-0000-0000-0000-000000000000}"/>
          </ac:spMkLst>
        </pc:spChg>
        <pc:spChg chg="mod">
          <ac:chgData name="Gloria Nunura Roldan" userId="99f79f29-040a-4590-9665-9c14dbecb48e" providerId="ADAL" clId="{82F09FF8-9DC7-45F5-B233-2645FB8E275F}" dt="2025-01-14T14:37:42.109" v="39" actId="20577"/>
          <ac:spMkLst>
            <pc:docMk/>
            <pc:sldMk cId="1016038713" sldId="256"/>
            <ac:spMk id="5" creationId="{00000000-0000-0000-0000-000000000000}"/>
          </ac:spMkLst>
        </pc:spChg>
        <pc:spChg chg="mod">
          <ac:chgData name="Gloria Nunura Roldan" userId="99f79f29-040a-4590-9665-9c14dbecb48e" providerId="ADAL" clId="{82F09FF8-9DC7-45F5-B233-2645FB8E275F}" dt="2025-01-14T14:50:05.931" v="307" actId="1076"/>
          <ac:spMkLst>
            <pc:docMk/>
            <pc:sldMk cId="1016038713" sldId="256"/>
            <ac:spMk id="7" creationId="{00000000-0000-0000-0000-000000000000}"/>
          </ac:spMkLst>
        </pc:spChg>
        <pc:spChg chg="mod">
          <ac:chgData name="Gloria Nunura Roldan" userId="99f79f29-040a-4590-9665-9c14dbecb48e" providerId="ADAL" clId="{82F09FF8-9DC7-45F5-B233-2645FB8E275F}" dt="2025-01-14T14:50:03.347" v="306" actId="14100"/>
          <ac:spMkLst>
            <pc:docMk/>
            <pc:sldMk cId="1016038713" sldId="256"/>
            <ac:spMk id="9" creationId="{00000000-0000-0000-0000-000000000000}"/>
          </ac:spMkLst>
        </pc:spChg>
        <pc:spChg chg="mod">
          <ac:chgData name="Gloria Nunura Roldan" userId="99f79f29-040a-4590-9665-9c14dbecb48e" providerId="ADAL" clId="{82F09FF8-9DC7-45F5-B233-2645FB8E275F}" dt="2025-01-14T14:51:31.447" v="334" actId="1076"/>
          <ac:spMkLst>
            <pc:docMk/>
            <pc:sldMk cId="1016038713" sldId="256"/>
            <ac:spMk id="10" creationId="{00000000-0000-0000-0000-000000000000}"/>
          </ac:spMkLst>
        </pc:spChg>
        <pc:spChg chg="mod">
          <ac:chgData name="Gloria Nunura Roldan" userId="99f79f29-040a-4590-9665-9c14dbecb48e" providerId="ADAL" clId="{82F09FF8-9DC7-45F5-B233-2645FB8E275F}" dt="2025-01-14T14:51:27.368" v="333" actId="20577"/>
          <ac:spMkLst>
            <pc:docMk/>
            <pc:sldMk cId="1016038713" sldId="256"/>
            <ac:spMk id="12" creationId="{6C879935-02AE-4442-95DA-067D81B1298C}"/>
          </ac:spMkLst>
        </pc:spChg>
        <pc:cxnChg chg="mod">
          <ac:chgData name="Gloria Nunura Roldan" userId="99f79f29-040a-4590-9665-9c14dbecb48e" providerId="ADAL" clId="{82F09FF8-9DC7-45F5-B233-2645FB8E275F}" dt="2025-01-14T14:50:05.931" v="307" actId="1076"/>
          <ac:cxnSpMkLst>
            <pc:docMk/>
            <pc:sldMk cId="1016038713" sldId="256"/>
            <ac:cxnSpMk id="13" creationId="{00000000-0000-0000-0000-000000000000}"/>
          </ac:cxnSpMkLst>
        </pc:cxnChg>
        <pc:cxnChg chg="mod">
          <ac:chgData name="Gloria Nunura Roldan" userId="99f79f29-040a-4590-9665-9c14dbecb48e" providerId="ADAL" clId="{82F09FF8-9DC7-45F5-B233-2645FB8E275F}" dt="2025-01-14T14:50:03.347" v="306" actId="14100"/>
          <ac:cxnSpMkLst>
            <pc:docMk/>
            <pc:sldMk cId="1016038713" sldId="256"/>
            <ac:cxnSpMk id="15" creationId="{00000000-0000-0000-0000-000000000000}"/>
          </ac:cxnSpMkLst>
        </pc:cxnChg>
        <pc:cxnChg chg="mod">
          <ac:chgData name="Gloria Nunura Roldan" userId="99f79f29-040a-4590-9665-9c14dbecb48e" providerId="ADAL" clId="{82F09FF8-9DC7-45F5-B233-2645FB8E275F}" dt="2025-01-14T14:44:38.915" v="148" actId="1076"/>
          <ac:cxnSpMkLst>
            <pc:docMk/>
            <pc:sldMk cId="1016038713" sldId="256"/>
            <ac:cxnSpMk id="18" creationId="{00000000-0000-0000-0000-000000000000}"/>
          </ac:cxnSpMkLst>
        </pc:cxnChg>
      </pc:sldChg>
      <pc:sldChg chg="delSp modSp mod modClrScheme delDesignElem chgLayout">
        <pc:chgData name="Gloria Nunura Roldan" userId="99f79f29-040a-4590-9665-9c14dbecb48e" providerId="ADAL" clId="{82F09FF8-9DC7-45F5-B233-2645FB8E275F}" dt="2025-01-15T14:30:20.783" v="336" actId="1076"/>
        <pc:sldMkLst>
          <pc:docMk/>
          <pc:sldMk cId="2230057899" sldId="261"/>
        </pc:sldMkLst>
        <pc:spChg chg="mod ord">
          <ac:chgData name="Gloria Nunura Roldan" userId="99f79f29-040a-4590-9665-9c14dbecb48e" providerId="ADAL" clId="{82F09FF8-9DC7-45F5-B233-2645FB8E275F}" dt="2025-01-15T14:30:14.615" v="335" actId="700"/>
          <ac:spMkLst>
            <pc:docMk/>
            <pc:sldMk cId="2230057899" sldId="261"/>
            <ac:spMk id="2" creationId="{7F520399-A48C-3D5F-55E0-F247A893B6F1}"/>
          </ac:spMkLst>
        </pc:spChg>
        <pc:spChg chg="mod ord">
          <ac:chgData name="Gloria Nunura Roldan" userId="99f79f29-040a-4590-9665-9c14dbecb48e" providerId="ADAL" clId="{82F09FF8-9DC7-45F5-B233-2645FB8E275F}" dt="2025-01-15T14:30:20.783" v="336" actId="1076"/>
          <ac:spMkLst>
            <pc:docMk/>
            <pc:sldMk cId="2230057899" sldId="261"/>
            <ac:spMk id="3" creationId="{425D402C-1A49-48AB-0062-081258EF3239}"/>
          </ac:spMkLst>
        </pc:spChg>
        <pc:spChg chg="del">
          <ac:chgData name="Gloria Nunura Roldan" userId="99f79f29-040a-4590-9665-9c14dbecb48e" providerId="ADAL" clId="{82F09FF8-9DC7-45F5-B233-2645FB8E275F}" dt="2025-01-15T14:30:14.615" v="335" actId="700"/>
          <ac:spMkLst>
            <pc:docMk/>
            <pc:sldMk cId="2230057899" sldId="261"/>
            <ac:spMk id="1031" creationId="{9D25F302-27C5-414F-97F8-6EA0A6C028BA}"/>
          </ac:spMkLst>
        </pc:spChg>
        <pc:spChg chg="del">
          <ac:chgData name="Gloria Nunura Roldan" userId="99f79f29-040a-4590-9665-9c14dbecb48e" providerId="ADAL" clId="{82F09FF8-9DC7-45F5-B233-2645FB8E275F}" dt="2025-01-15T14:30:14.615" v="335" actId="700"/>
          <ac:spMkLst>
            <pc:docMk/>
            <pc:sldMk cId="2230057899" sldId="261"/>
            <ac:spMk id="1033" creationId="{830A36F8-48C2-4842-A87B-8CE8DF4E7FD2}"/>
          </ac:spMkLst>
        </pc:spChg>
        <pc:spChg chg="del">
          <ac:chgData name="Gloria Nunura Roldan" userId="99f79f29-040a-4590-9665-9c14dbecb48e" providerId="ADAL" clId="{82F09FF8-9DC7-45F5-B233-2645FB8E275F}" dt="2025-01-15T14:30:14.615" v="335" actId="700"/>
          <ac:spMkLst>
            <pc:docMk/>
            <pc:sldMk cId="2230057899" sldId="261"/>
            <ac:spMk id="1035" creationId="{8F451A30-466B-4996-9BA5-CD6ABCC6D558}"/>
          </ac:spMkLst>
        </pc:spChg>
      </pc:sldChg>
      <pc:sldMasterChg chg="del delSldLayout">
        <pc:chgData name="Gloria Nunura Roldan" userId="99f79f29-040a-4590-9665-9c14dbecb48e" providerId="ADAL" clId="{82F09FF8-9DC7-45F5-B233-2645FB8E275F}" dt="2025-01-15T14:30:25.476" v="337" actId="700"/>
        <pc:sldMasterMkLst>
          <pc:docMk/>
          <pc:sldMasterMk cId="3851204090" sldId="2147483648"/>
        </pc:sldMasterMkLst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2999174120" sldId="2147483649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620771288" sldId="2147483650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122403073" sldId="2147483651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580862711" sldId="2147483652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538315659" sldId="2147483653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1898421474" sldId="2147483654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3908989583" sldId="2147483655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2828380249" sldId="2147483656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2111399185" sldId="2147483657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3567424574" sldId="2147483658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2293490617" sldId="2147483659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3383605364" sldId="2147483672"/>
          </pc:sldLayoutMkLst>
        </pc:sldLayoutChg>
        <pc:sldLayoutChg chg="del">
          <pc:chgData name="Gloria Nunura Roldan" userId="99f79f29-040a-4590-9665-9c14dbecb48e" providerId="ADAL" clId="{82F09FF8-9DC7-45F5-B233-2645FB8E275F}" dt="2025-01-15T14:30:25.476" v="337" actId="700"/>
          <pc:sldLayoutMkLst>
            <pc:docMk/>
            <pc:sldMasterMk cId="3851204090" sldId="2147483648"/>
            <pc:sldLayoutMk cId="2825349409" sldId="214748367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D9DD3-EEA9-8168-C3CC-D361ABE96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AF1BDC-4B88-D1CD-FAB8-4136F3A12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67045C-1B98-8438-A88F-3BC28A25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C5DC57-F93B-8ABF-D75E-93CFCA26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9B9A98-6A9A-F41F-2690-746BE9EA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576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4C475-D0ED-B184-1869-3882391BB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D2A865-C149-A1D2-C716-2A4B8976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EA1C6-20BD-6B60-3A19-0464ADEA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F4B921-2950-3DC6-F244-2512E895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0DB8F5-5952-9956-DD14-7C49C4F7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241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ECC98-6311-0844-3BFB-6701A08B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4F33A3-721E-924C-C683-E6C09D5DF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199C1A-6356-50A9-A374-9A104630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534A07-9C8F-0B59-5151-89707E21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20C44A-C84B-E6EB-762B-E355BE94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663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1045C-BE45-8333-702C-99E59E52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5C37C3-51C9-0A58-36E6-969233875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04784D-C258-13A6-559F-86EAD8704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F9F859-90AA-BB55-1CE2-CA3EB41C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2032E7-5CA1-6008-4E8F-75104515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0A3801-B6BB-A909-3ED7-FDD03E91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497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CAD49-5290-99A8-B3A0-D6E7B0CA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33BEA3-89E7-FB47-8AE7-FE46D2637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AF86BC-64DB-271A-68EC-30DA8B00D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73A2023-BB55-6C40-AA37-3F86FAB95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68E4860-E342-A00E-78C3-20737B2B5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2DD687-FBF6-B472-5A8A-AB82E9F6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FB9178-90EC-85A7-2A63-57F1F6BD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B0D425-CA99-E77F-2FDC-AE6E9E9A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473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B34BB-BE6C-B360-6D31-1A3F7DB0C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14D758-CB7C-C75A-3B79-EC45A147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E45B3C-836B-B646-4454-C02241BB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1A6A74-E2EB-5C7E-F37A-8C230B6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5939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9079FD5-23BB-0BD3-C6AD-3EDA18D2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A133E4-FE88-587C-CA49-108A1ED4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E9642-F5A1-0434-AE0E-E9B14EE0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8870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4BE17-7ED8-A151-F9CF-53858C29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E6EA6D-1865-A438-2494-EA4E02DB9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58F103-01A9-882B-543A-755C0722F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741776-B7D5-0ABB-89D4-473B8679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CEE30-89A4-3212-3655-72AE36378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136D0D-CCCE-894B-C2E1-8F18F056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772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72C3B-AEC5-F701-A38E-100971B8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68F62CE-B654-EC92-0D69-21F7C32EB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5C6C930-0E4C-EBD2-8EBE-E23178F8F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EA901A-DBDB-7519-83E7-26CBA4A5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BDA5B4-BCBB-A075-2298-E3E1AE47F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C4C960-8EE7-FDD9-92E6-38FCA27A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030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24BE7-6A70-F39B-98A4-57EC03E2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6EE41F-F470-3DE2-CDAE-88E3EC687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13021B-223B-0D74-5B8E-33E4871F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740252-F6EA-63BC-ACDC-D47D290A5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3476AA-42CD-A1A7-659C-67B96465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266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6EF016-5FE9-53C7-BC12-01A78BD53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9E9A9C-5069-E8EC-42C4-B8D16D84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766EDE-A1F2-3280-492A-A54FA605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B9CB21-9723-648C-C28A-BF13E07B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406300-C34A-1639-7360-FE1061AC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4338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DDF501D-D6CE-93BF-3F37-FD3111E51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0A70DE-03D7-1087-EE9D-CF7CB4358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EF7B34-4E6B-9A18-C160-E06BC924F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C6CD6-A688-BC44-93D0-02D66DB87CE3}" type="datetimeFigureOut">
              <a:rPr lang="es-PE" smtClean="0"/>
              <a:t>5/10/26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88E65E-1455-C4D4-F0DA-01E531966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6AF575-FFDB-9235-E134-946378853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06B6E-82E6-E142-B7CB-1E5B994C327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69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520399-A48C-3D5F-55E0-F247A893B6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08213" y="1189038"/>
            <a:ext cx="9983787" cy="1597025"/>
          </a:xfrm>
        </p:spPr>
        <p:txBody>
          <a:bodyPr>
            <a:normAutofit/>
          </a:bodyPr>
          <a:lstStyle/>
          <a:p>
            <a:r>
              <a:rPr lang="es-ES" sz="5600"/>
              <a:t>Flipped Listening Activity</a:t>
            </a:r>
            <a:endParaRPr lang="it-PE" sz="560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5D402C-1A49-48AB-0062-081258EF32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04832" y="3129417"/>
            <a:ext cx="4238625" cy="2727325"/>
          </a:xfrm>
        </p:spPr>
        <p:txBody>
          <a:bodyPr anchor="t">
            <a:normAutofit/>
          </a:bodyPr>
          <a:lstStyle/>
          <a:p>
            <a:r>
              <a:rPr lang="es-PE" sz="2000" dirty="0" err="1"/>
              <a:t>Watch</a:t>
            </a:r>
            <a:r>
              <a:rPr lang="es-PE" sz="2000" dirty="0"/>
              <a:t> </a:t>
            </a:r>
            <a:r>
              <a:rPr lang="es-PE" sz="2000" dirty="0" err="1"/>
              <a:t>the</a:t>
            </a:r>
            <a:r>
              <a:rPr lang="es-PE" sz="2000" dirty="0"/>
              <a:t> TED </a:t>
            </a:r>
            <a:r>
              <a:rPr lang="es-PE" sz="2000" dirty="0" err="1"/>
              <a:t>Talk</a:t>
            </a:r>
            <a:r>
              <a:rPr lang="es-PE" sz="2000" dirty="0"/>
              <a:t>- </a:t>
            </a:r>
            <a:r>
              <a:rPr lang="es-PE" sz="2000" dirty="0" err="1"/>
              <a:t>The</a:t>
            </a:r>
            <a:r>
              <a:rPr lang="es-PE" sz="2000" dirty="0"/>
              <a:t> sore </a:t>
            </a:r>
            <a:r>
              <a:rPr lang="es-PE" sz="2000" dirty="0" err="1"/>
              <a:t>problem</a:t>
            </a:r>
            <a:r>
              <a:rPr lang="es-PE" sz="2000" dirty="0"/>
              <a:t> </a:t>
            </a:r>
            <a:r>
              <a:rPr lang="es-PE" sz="2000" dirty="0" err="1"/>
              <a:t>of</a:t>
            </a:r>
            <a:r>
              <a:rPr lang="es-PE" sz="2000" dirty="0"/>
              <a:t> </a:t>
            </a:r>
            <a:r>
              <a:rPr lang="es-PE" sz="2000" dirty="0" err="1"/>
              <a:t>prosthetic</a:t>
            </a:r>
            <a:r>
              <a:rPr lang="es-PE" sz="2000" dirty="0"/>
              <a:t> </a:t>
            </a:r>
            <a:r>
              <a:rPr lang="es-PE" sz="2000" dirty="0" err="1"/>
              <a:t>limbs</a:t>
            </a:r>
            <a:r>
              <a:rPr lang="es-PE" sz="2000" dirty="0"/>
              <a:t> (https://www.youtube.com/watch?v=rvkMauaHxBw)</a:t>
            </a:r>
          </a:p>
          <a:p>
            <a:r>
              <a:rPr lang="es-PE" sz="2000" dirty="0"/>
              <a:t> and complete </a:t>
            </a:r>
            <a:r>
              <a:rPr lang="es-PE" sz="2000" dirty="0" err="1"/>
              <a:t>the</a:t>
            </a:r>
            <a:r>
              <a:rPr lang="es-PE" sz="2000" dirty="0"/>
              <a:t> </a:t>
            </a:r>
            <a:r>
              <a:rPr lang="es-PE" sz="2000" dirty="0" err="1"/>
              <a:t>graphic</a:t>
            </a:r>
            <a:r>
              <a:rPr lang="es-PE" sz="2000" dirty="0"/>
              <a:t> </a:t>
            </a:r>
            <a:r>
              <a:rPr lang="es-PE" sz="2000" dirty="0" err="1"/>
              <a:t>organizer</a:t>
            </a:r>
            <a:r>
              <a:rPr lang="es-PE" sz="2000" dirty="0"/>
              <a:t>.</a:t>
            </a:r>
            <a:endParaRPr lang="it-PE" sz="2000" dirty="0"/>
          </a:p>
        </p:txBody>
      </p:sp>
      <p:pic>
        <p:nvPicPr>
          <p:cNvPr id="1026" name="Picture 2" descr="The Lifespan of Video - Connect The Dots PR">
            <a:extLst>
              <a:ext uri="{FF2B5EF4-FFF2-40B4-BE49-F238E27FC236}">
                <a16:creationId xmlns:a16="http://schemas.microsoft.com/office/drawing/2014/main" id="{2241BC02-A5B1-47EA-BA88-86B45187C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6250" y="3018327"/>
            <a:ext cx="2728198" cy="272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05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658680" y="1358884"/>
            <a:ext cx="9207794" cy="110570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Main Idea:</a:t>
            </a:r>
          </a:p>
          <a:p>
            <a:r>
              <a:rPr lang="es-PE" dirty="0">
                <a:solidFill>
                  <a:schemeClr val="tx1"/>
                </a:solidFill>
              </a:rPr>
              <a:t>David Sengeh developed more comfortable prosthetic limbs because many amputees did not use them due to pain and poor fitting.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1137030" y="0"/>
            <a:ext cx="9506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TEDTALK: The sore problem of prosthetic limbs (Unit 7)</a:t>
            </a:r>
          </a:p>
        </p:txBody>
      </p:sp>
      <p:sp>
        <p:nvSpPr>
          <p:cNvPr id="7" name="Rectángulo redondeado 6"/>
          <p:cNvSpPr/>
          <p:nvPr/>
        </p:nvSpPr>
        <p:spPr>
          <a:xfrm>
            <a:off x="4154672" y="2686816"/>
            <a:ext cx="4582633" cy="163449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 problem did David identify in his country?</a:t>
            </a:r>
          </a:p>
          <a:p>
            <a:r>
              <a:rPr lang="es-PE" dirty="0">
                <a:solidFill>
                  <a:schemeClr val="tx1"/>
                </a:solidFill>
              </a:rPr>
              <a:t>He found that many amputees did not use their prosthetic limbs because the sockets were painful and did not fit well.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ángulo redondeado 8"/>
          <p:cNvSpPr/>
          <p:nvPr/>
        </p:nvSpPr>
        <p:spPr>
          <a:xfrm>
            <a:off x="74428" y="2686816"/>
            <a:ext cx="3944679" cy="163449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Why were lots of amputees in Sierra Leone?</a:t>
            </a:r>
          </a:p>
          <a:p>
            <a:r>
              <a:rPr lang="es-PE" dirty="0">
                <a:solidFill>
                  <a:schemeClr val="tx1"/>
                </a:solidFill>
              </a:rPr>
              <a:t>Because of a brutal civil war in the 1990s. About 8,000 people lost their arms or legs.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8846888" y="2589186"/>
            <a:ext cx="3314074" cy="194095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 solution did he implement?</a:t>
            </a:r>
          </a:p>
          <a:p>
            <a:r>
              <a:rPr lang="es-PE" dirty="0">
                <a:solidFill>
                  <a:schemeClr val="tx1"/>
                </a:solidFill>
              </a:rPr>
              <a:t>He created more comfortable prosthetic sockets using MRI, computer design, and 3D printing.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4841512" y="878996"/>
            <a:ext cx="2320498" cy="408623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b="1">
                <a:solidFill>
                  <a:srgbClr val="00B050"/>
                </a:solidFill>
              </a:rPr>
              <a:t>Main Idea and Details</a:t>
            </a:r>
          </a:p>
        </p:txBody>
      </p:sp>
      <p:cxnSp>
        <p:nvCxnSpPr>
          <p:cNvPr id="13" name="Conector recto 12"/>
          <p:cNvCxnSpPr>
            <a:cxnSpLocks/>
            <a:stCxn id="4" idx="2"/>
            <a:endCxn id="7" idx="0"/>
          </p:cNvCxnSpPr>
          <p:nvPr/>
        </p:nvCxnSpPr>
        <p:spPr>
          <a:xfrm>
            <a:off x="6262577" y="2464591"/>
            <a:ext cx="183412" cy="222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/>
          <p:cNvCxnSpPr>
            <a:cxnSpLocks/>
            <a:stCxn id="4" idx="2"/>
            <a:endCxn id="9" idx="0"/>
          </p:cNvCxnSpPr>
          <p:nvPr/>
        </p:nvCxnSpPr>
        <p:spPr>
          <a:xfrm flipH="1">
            <a:off x="2046768" y="2464591"/>
            <a:ext cx="4215809" cy="222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>
            <a:cxnSpLocks/>
          </p:cNvCxnSpPr>
          <p:nvPr/>
        </p:nvCxnSpPr>
        <p:spPr>
          <a:xfrm>
            <a:off x="7578329" y="2453958"/>
            <a:ext cx="2181710" cy="4860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6C879935-02AE-4442-95DA-067D81B1298C}"/>
              </a:ext>
            </a:extLst>
          </p:cNvPr>
          <p:cNvSpPr/>
          <p:nvPr/>
        </p:nvSpPr>
        <p:spPr>
          <a:xfrm>
            <a:off x="1802804" y="4708253"/>
            <a:ext cx="8586392" cy="1923931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en-US" sz="1700" dirty="0">
                <a:solidFill>
                  <a:schemeClr val="tx1"/>
                </a:solidFill>
              </a:rPr>
              <a:t>List at least three new words in the video: (Write small definitions)</a:t>
            </a:r>
          </a:p>
          <a:p>
            <a:pPr lvl="0"/>
            <a:r>
              <a:rPr lang="es-PE" dirty="0">
                <a:solidFill>
                  <a:schemeClr val="tx1"/>
                </a:solidFill>
              </a:rPr>
              <a:t>Amputee – A person who has lost an arm or leg. </a:t>
            </a:r>
          </a:p>
          <a:p>
            <a:pPr lvl="0"/>
            <a:r>
              <a:rPr lang="es-PE" dirty="0">
                <a:solidFill>
                  <a:schemeClr val="tx1"/>
                </a:solidFill>
              </a:rPr>
              <a:t>Prosthetic – An artificial body part that replaces a missing one. </a:t>
            </a:r>
          </a:p>
          <a:p>
            <a:pPr lvl="0"/>
            <a:r>
              <a:rPr lang="es-PE" dirty="0">
                <a:solidFill>
                  <a:schemeClr val="tx1"/>
                </a:solidFill>
              </a:rPr>
              <a:t>Socket – The part that connects the prosthetic limb to the body. </a:t>
            </a:r>
          </a:p>
          <a:p>
            <a:pPr lvl="0"/>
            <a:r>
              <a:rPr lang="es-PE" dirty="0">
                <a:solidFill>
                  <a:schemeClr val="tx1"/>
                </a:solidFill>
              </a:rPr>
              <a:t>Comfortable – Feeling good and without pain. </a:t>
            </a:r>
          </a:p>
          <a:p>
            <a:pPr lvl="0"/>
            <a:r>
              <a:rPr lang="es-PE" dirty="0">
                <a:solidFill>
                  <a:schemeClr val="tx1"/>
                </a:solidFill>
              </a:rPr>
              <a:t>Fitting – The way something fits a person's body.</a:t>
            </a:r>
          </a:p>
        </p:txBody>
      </p:sp>
    </p:spTree>
    <p:extLst>
      <p:ext uri="{BB962C8B-B14F-4D97-AF65-F5344CB8AC3E}">
        <p14:creationId xmlns:p14="http://schemas.microsoft.com/office/powerpoint/2010/main" val="101603871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1931A5AAC5EA48A769F8559560A3C7" ma:contentTypeVersion="12" ma:contentTypeDescription="Crear nuevo documento." ma:contentTypeScope="" ma:versionID="8ea3b682769300813c0fae524eca4909">
  <xsd:schema xmlns:xsd="http://www.w3.org/2001/XMLSchema" xmlns:xs="http://www.w3.org/2001/XMLSchema" xmlns:p="http://schemas.microsoft.com/office/2006/metadata/properties" xmlns:ns2="ec2e5fd1-6fb2-4a1a-9f6f-7aebe4a2b32b" xmlns:ns3="699257ed-ba83-4aea-94e9-2fe4014dc809" targetNamespace="http://schemas.microsoft.com/office/2006/metadata/properties" ma:root="true" ma:fieldsID="c274d522454099898990d7bcc1813c3f" ns2:_="" ns3:_="">
    <xsd:import namespace="ec2e5fd1-6fb2-4a1a-9f6f-7aebe4a2b32b"/>
    <xsd:import namespace="699257ed-ba83-4aea-94e9-2fe4014dc80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e5fd1-6fb2-4a1a-9f6f-7aebe4a2b32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aa2acd38-162b-4a72-9081-a27b08810576}" ma:internalName="TaxCatchAll" ma:showField="CatchAllData" ma:web="ec2e5fd1-6fb2-4a1a-9f6f-7aebe4a2b3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9257ed-ba83-4aea-94e9-2fe4014dc8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bd611b69-d086-4bb6-bf37-dd4df741f5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2e5fd1-6fb2-4a1a-9f6f-7aebe4a2b32b" xsi:nil="true"/>
    <lcf76f155ced4ddcb4097134ff3c332f xmlns="699257ed-ba83-4aea-94e9-2fe4014dc80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627035-D557-420C-95F1-21E3FC958F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2e5fd1-6fb2-4a1a-9f6f-7aebe4a2b32b"/>
    <ds:schemaRef ds:uri="699257ed-ba83-4aea-94e9-2fe4014dc8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B29F3C-80BC-4D1F-8CC0-6881FB488C64}">
  <ds:schemaRefs>
    <ds:schemaRef ds:uri="http://purl.org/dc/elements/1.1/"/>
    <ds:schemaRef ds:uri="699257ed-ba83-4aea-94e9-2fe4014dc809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ec2e5fd1-6fb2-4a1a-9f6f-7aebe4a2b32b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D46F70E-D178-4DFE-B6DE-DFD025F927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226</Words>
  <Application>Microsoft Macintosh PowerPoint</Application>
  <PresentationFormat>Panorámica</PresentationFormat>
  <Paragraphs>19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Diseño personalizado</vt:lpstr>
      <vt:lpstr>Flipped Listening Activity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del tema</dc:title>
  <dc:creator>Fiorella Dasso</dc:creator>
  <cp:lastModifiedBy>RONALD MELITON BORDA BERNAOLA</cp:lastModifiedBy>
  <cp:revision>15</cp:revision>
  <dcterms:created xsi:type="dcterms:W3CDTF">2023-06-14T17:22:05Z</dcterms:created>
  <dcterms:modified xsi:type="dcterms:W3CDTF">2026-10-05T11:49:21Z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0x010100681931A5AAC5EA48A769F8559560A3C7</vt:lpwstr>
  </property>
</Properties>
</file>